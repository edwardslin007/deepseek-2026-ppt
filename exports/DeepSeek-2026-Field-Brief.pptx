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LIN\Documents\个人尝试\deepseek-2026-ppt\screenshots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Local Generated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2026 Field Brief</dc:title>
  <dc:subject>DeepSeek 2026 Field Brief</dc:subject>
  <dc:creator>Codex</dc:creator>
  <cp:lastModifiedBy>Codex</cp:lastModifiedBy>
  <cp:revision>1</cp:revision>
  <dcterms:created xsi:type="dcterms:W3CDTF">2026-05-25T12:29:23Z</dcterms:created>
  <dcterms:modified xsi:type="dcterms:W3CDTF">2026-05-25T12:29:23Z</dcterms:modified>
</cp:coreProperties>
</file>